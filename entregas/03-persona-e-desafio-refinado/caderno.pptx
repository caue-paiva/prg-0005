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sfADuhZA+iIfumgr/zhUJoNW1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>
      <p:cViewPr varScale="1">
        <p:scale>
          <a:sx n="111" d="100"/>
          <a:sy n="111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" name="Google Shape;37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9" name="Google Shape;59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1" name="Google Shape;101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2" name="Google Shape;162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1" name="Google Shape;191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8" name="Google Shape;218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3" name="Google Shape;253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80ED"/>
          </a:solidFill>
          <a:ln w="9525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285" y="0"/>
            <a:ext cx="358330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9"/>
          <p:cNvSpPr/>
          <p:nvPr/>
        </p:nvSpPr>
        <p:spPr>
          <a:xfrm>
            <a:off x="742950" y="571500"/>
            <a:ext cx="1238250" cy="30480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EAF2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9"/>
          <p:cNvSpPr/>
          <p:nvPr/>
        </p:nvSpPr>
        <p:spPr>
          <a:xfrm>
            <a:off x="838200" y="619125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9"/>
          <p:cNvSpPr/>
          <p:nvPr/>
        </p:nvSpPr>
        <p:spPr>
          <a:xfrm>
            <a:off x="742950" y="1066800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PERSONA E DESAFIO REFINADO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9"/>
          <p:cNvSpPr/>
          <p:nvPr/>
        </p:nvSpPr>
        <p:spPr>
          <a:xfrm>
            <a:off x="742950" y="1504950"/>
            <a:ext cx="7143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Sintetizar e definir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9"/>
          <p:cNvSpPr/>
          <p:nvPr/>
        </p:nvSpPr>
        <p:spPr>
          <a:xfrm>
            <a:off x="781050" y="3048000"/>
            <a:ext cx="65722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equipe transformará padrões das entrevistas em uma representação do público e revisará criticamente a hipótese de problema da Entrega 1.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9"/>
          <p:cNvSpPr/>
          <p:nvPr/>
        </p:nvSpPr>
        <p:spPr>
          <a:xfrm>
            <a:off x="781050" y="4333875"/>
            <a:ext cx="7334250" cy="1104900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9"/>
          <p:cNvSpPr/>
          <p:nvPr/>
        </p:nvSpPr>
        <p:spPr>
          <a:xfrm>
            <a:off x="1028700" y="4552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PRODUTO DESTA ENTREGA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9"/>
          <p:cNvSpPr/>
          <p:nvPr/>
        </p:nvSpPr>
        <p:spPr>
          <a:xfrm>
            <a:off x="1028700" y="4876800"/>
            <a:ext cx="67627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1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Persona baseada em evidências + comparação entre hipótese e achados + declaração e pergunta orientadora refinadas.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9"/>
          <p:cNvSpPr/>
          <p:nvPr/>
        </p:nvSpPr>
        <p:spPr>
          <a:xfrm>
            <a:off x="8572500" y="4095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Prazo no e-Disciplinas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9"/>
          <p:cNvSpPr/>
          <p:nvPr/>
        </p:nvSpPr>
        <p:spPr>
          <a:xfrm>
            <a:off x="8572500" y="4333875"/>
            <a:ext cx="28575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9"/>
          <p:cNvSpPr/>
          <p:nvPr/>
        </p:nvSpPr>
        <p:spPr>
          <a:xfrm>
            <a:off x="8686800" y="441960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i="1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20/10/2026 até às 23:59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9"/>
          <p:cNvSpPr/>
          <p:nvPr/>
        </p:nvSpPr>
        <p:spPr>
          <a:xfrm>
            <a:off x="8572500" y="5191125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Formato: um único arquivo PDF por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9"/>
          <p:cNvSpPr/>
          <p:nvPr/>
        </p:nvSpPr>
        <p:spPr>
          <a:xfrm>
            <a:off x="742950" y="64008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9"/>
          <p:cNvSpPr/>
          <p:nvPr/>
        </p:nvSpPr>
        <p:spPr>
          <a:xfrm>
            <a:off x="11049000" y="640080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8316" y="6143625"/>
            <a:ext cx="930567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21975" y="6200775"/>
            <a:ext cx="5588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3 · ORIENTAÇÃO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0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Construam uma persona baseada em padrões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0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0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persona é um personagem fictício que representa características relevantes do público investigado; não é o retrato de uma pessoa entrevistada.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0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0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0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0"/>
          <p:cNvSpPr/>
          <p:nvPr/>
        </p:nvSpPr>
        <p:spPr>
          <a:xfrm>
            <a:off x="685800" y="2000250"/>
            <a:ext cx="5143500" cy="3048000"/>
          </a:xfrm>
          <a:prstGeom prst="roundRect">
            <a:avLst>
              <a:gd name="adj" fmla="val 3750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0"/>
          <p:cNvSpPr/>
          <p:nvPr/>
        </p:nvSpPr>
        <p:spPr>
          <a:xfrm>
            <a:off x="685800" y="2000250"/>
            <a:ext cx="66675" cy="3048000"/>
          </a:xfrm>
          <a:prstGeom prst="roundRect">
            <a:avLst>
              <a:gd name="adj" fmla="val 50000"/>
            </a:avLst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0"/>
          <p:cNvSpPr/>
          <p:nvPr/>
        </p:nvSpPr>
        <p:spPr>
          <a:xfrm>
            <a:off x="952500" y="2209800"/>
            <a:ext cx="4648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 persona deve reunir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0"/>
          <p:cNvSpPr/>
          <p:nvPr/>
        </p:nvSpPr>
        <p:spPr>
          <a:xfrm>
            <a:off x="952500" y="2628900"/>
            <a:ext cx="4648200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nome fictício e faixa etária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contexto e situação de uso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motivações e objetivos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comportamentos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problemas e frustrações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particularidades relevantes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frase-síntese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/>
          <p:nvPr/>
        </p:nvSpPr>
        <p:spPr>
          <a:xfrm>
            <a:off x="6362700" y="2000250"/>
            <a:ext cx="5143500" cy="3048000"/>
          </a:xfrm>
          <a:prstGeom prst="roundRect">
            <a:avLst>
              <a:gd name="adj" fmla="val 3750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6362700" y="2000250"/>
            <a:ext cx="66675" cy="3048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0"/>
          <p:cNvSpPr/>
          <p:nvPr/>
        </p:nvSpPr>
        <p:spPr>
          <a:xfrm>
            <a:off x="6629400" y="2209800"/>
            <a:ext cx="4648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Evitem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0"/>
          <p:cNvSpPr/>
          <p:nvPr/>
        </p:nvSpPr>
        <p:spPr>
          <a:xfrm>
            <a:off x="6629400" y="2628900"/>
            <a:ext cx="4648200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copiar a identidade de um participante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usar foto real sem autorização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atribuir características sem evidência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reforçar estereótipos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criar detalhes decorativos que não orientam decisões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confundir persona com segmento de mercado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0"/>
          <p:cNvSpPr/>
          <p:nvPr/>
        </p:nvSpPr>
        <p:spPr>
          <a:xfrm>
            <a:off x="685800" y="5429250"/>
            <a:ext cx="10820400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0"/>
          <p:cNvSpPr/>
          <p:nvPr/>
        </p:nvSpPr>
        <p:spPr>
          <a:xfrm>
            <a:off x="933450" y="5581650"/>
            <a:ext cx="103251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Pergunta de controle: cada característica da persona pode ser vinculada a um padrão ou evidência anônima da Entrega 2?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3 ·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1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Persona da equipe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1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1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Preencham apenas características úteis para compreender necessidades, comportamentos e decisões relacionadas ao problema.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1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1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1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1"/>
          <p:cNvSpPr/>
          <p:nvPr/>
        </p:nvSpPr>
        <p:spPr>
          <a:xfrm>
            <a:off x="685800" y="1905000"/>
            <a:ext cx="2381250" cy="180975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1"/>
          <p:cNvSpPr/>
          <p:nvPr/>
        </p:nvSpPr>
        <p:spPr>
          <a:xfrm>
            <a:off x="876300" y="220980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Imagem simbólica opcional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1"/>
          <p:cNvSpPr/>
          <p:nvPr/>
        </p:nvSpPr>
        <p:spPr>
          <a:xfrm>
            <a:off x="876300" y="2647950"/>
            <a:ext cx="20002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Não use foto real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Pode ser ícone, ilustração ou deixar em branco.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3333750" y="1905000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Nome fictício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/>
          <p:nvPr/>
        </p:nvSpPr>
        <p:spPr>
          <a:xfrm>
            <a:off x="3333750" y="2143125"/>
            <a:ext cx="3429000" cy="523875"/>
          </a:xfrm>
          <a:prstGeom prst="roundRect">
            <a:avLst>
              <a:gd name="adj" fmla="val 1454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1"/>
          <p:cNvSpPr/>
          <p:nvPr/>
        </p:nvSpPr>
        <p:spPr>
          <a:xfrm>
            <a:off x="3448050" y="2228850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1"/>
          <p:cNvSpPr/>
          <p:nvPr/>
        </p:nvSpPr>
        <p:spPr>
          <a:xfrm>
            <a:off x="7124700" y="1905000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Faixa etária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1"/>
          <p:cNvSpPr/>
          <p:nvPr/>
        </p:nvSpPr>
        <p:spPr>
          <a:xfrm>
            <a:off x="7124700" y="2143125"/>
            <a:ext cx="1714500" cy="523875"/>
          </a:xfrm>
          <a:prstGeom prst="roundRect">
            <a:avLst>
              <a:gd name="adj" fmla="val 1454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1"/>
          <p:cNvSpPr/>
          <p:nvPr/>
        </p:nvSpPr>
        <p:spPr>
          <a:xfrm>
            <a:off x="7239000" y="2228850"/>
            <a:ext cx="14859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1"/>
          <p:cNvSpPr/>
          <p:nvPr/>
        </p:nvSpPr>
        <p:spPr>
          <a:xfrm>
            <a:off x="9201150" y="1905000"/>
            <a:ext cx="23050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Contexto principal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1"/>
          <p:cNvSpPr/>
          <p:nvPr/>
        </p:nvSpPr>
        <p:spPr>
          <a:xfrm>
            <a:off x="9201150" y="2143125"/>
            <a:ext cx="2305050" cy="523875"/>
          </a:xfrm>
          <a:prstGeom prst="roundRect">
            <a:avLst>
              <a:gd name="adj" fmla="val 1454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1"/>
          <p:cNvSpPr/>
          <p:nvPr/>
        </p:nvSpPr>
        <p:spPr>
          <a:xfrm>
            <a:off x="9315450" y="2228850"/>
            <a:ext cx="20764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Em que situação vivencia o problema?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1"/>
          <p:cNvSpPr/>
          <p:nvPr/>
        </p:nvSpPr>
        <p:spPr>
          <a:xfrm>
            <a:off x="3333750" y="2952750"/>
            <a:ext cx="37909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Motivações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1"/>
          <p:cNvSpPr/>
          <p:nvPr/>
        </p:nvSpPr>
        <p:spPr>
          <a:xfrm>
            <a:off x="3333750" y="3190875"/>
            <a:ext cx="3790950" cy="742950"/>
          </a:xfrm>
          <a:prstGeom prst="roundRect">
            <a:avLst>
              <a:gd name="adj" fmla="val 10256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/>
          <p:nvPr/>
        </p:nvSpPr>
        <p:spPr>
          <a:xfrm>
            <a:off x="3448050" y="3276600"/>
            <a:ext cx="35623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mobiliza esta persona?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1"/>
          <p:cNvSpPr/>
          <p:nvPr/>
        </p:nvSpPr>
        <p:spPr>
          <a:xfrm>
            <a:off x="7486650" y="2952750"/>
            <a:ext cx="40195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1"/>
          <p:cNvSpPr/>
          <p:nvPr/>
        </p:nvSpPr>
        <p:spPr>
          <a:xfrm>
            <a:off x="7486650" y="3190875"/>
            <a:ext cx="4019550" cy="742950"/>
          </a:xfrm>
          <a:prstGeom prst="roundRect">
            <a:avLst>
              <a:gd name="adj" fmla="val 10256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1"/>
          <p:cNvSpPr/>
          <p:nvPr/>
        </p:nvSpPr>
        <p:spPr>
          <a:xfrm>
            <a:off x="7600950" y="3276600"/>
            <a:ext cx="37909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pretende alcançar?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1"/>
          <p:cNvSpPr/>
          <p:nvPr/>
        </p:nvSpPr>
        <p:spPr>
          <a:xfrm>
            <a:off x="685800" y="4171950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Comportamentos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1"/>
          <p:cNvSpPr/>
          <p:nvPr/>
        </p:nvSpPr>
        <p:spPr>
          <a:xfrm>
            <a:off x="685800" y="4410075"/>
            <a:ext cx="34290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1"/>
          <p:cNvSpPr/>
          <p:nvPr/>
        </p:nvSpPr>
        <p:spPr>
          <a:xfrm>
            <a:off x="800100" y="4495800"/>
            <a:ext cx="32004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faz hoje? Como decide?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1"/>
          <p:cNvSpPr/>
          <p:nvPr/>
        </p:nvSpPr>
        <p:spPr>
          <a:xfrm>
            <a:off x="4381500" y="4171950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Problemas e frustrações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1"/>
          <p:cNvSpPr/>
          <p:nvPr/>
        </p:nvSpPr>
        <p:spPr>
          <a:xfrm>
            <a:off x="4381500" y="4410075"/>
            <a:ext cx="34290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1"/>
          <p:cNvSpPr/>
          <p:nvPr/>
        </p:nvSpPr>
        <p:spPr>
          <a:xfrm>
            <a:off x="4495800" y="4495800"/>
            <a:ext cx="32004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Quais dificuldades e dores são recorrentes?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>
            <a:off x="8077200" y="4171950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Particularidades relevantes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/>
          <p:nvPr/>
        </p:nvSpPr>
        <p:spPr>
          <a:xfrm>
            <a:off x="8077200" y="4410075"/>
            <a:ext cx="34290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1"/>
          <p:cNvSpPr/>
          <p:nvPr/>
        </p:nvSpPr>
        <p:spPr>
          <a:xfrm>
            <a:off x="8191500" y="4495800"/>
            <a:ext cx="32004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história ou condição de contexto ajuda a compreender suas escolhas?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1"/>
          <p:cNvSpPr/>
          <p:nvPr/>
        </p:nvSpPr>
        <p:spPr>
          <a:xfrm>
            <a:off x="685800" y="5467350"/>
            <a:ext cx="10820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Frase-síntese da persona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1"/>
          <p:cNvSpPr/>
          <p:nvPr/>
        </p:nvSpPr>
        <p:spPr>
          <a:xfrm>
            <a:off x="685800" y="5705475"/>
            <a:ext cx="1082040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1"/>
          <p:cNvSpPr/>
          <p:nvPr/>
        </p:nvSpPr>
        <p:spPr>
          <a:xfrm>
            <a:off x="800100" y="5791200"/>
            <a:ext cx="10591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Escreva uma frase curta que sintetize sua visão, baseada nos achados.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3 · ANÁLISE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Confrontem a hipótese inicial com os achados de empatia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Alterar a formulação do problema é um resultado legítimo quando a equipe apresenta evidências e explica a mudança.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2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2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2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2"/>
          <p:cNvSpPr/>
          <p:nvPr/>
        </p:nvSpPr>
        <p:spPr>
          <a:xfrm>
            <a:off x="457200" y="1943100"/>
            <a:ext cx="1804416" cy="4572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2"/>
          <p:cNvSpPr/>
          <p:nvPr/>
        </p:nvSpPr>
        <p:spPr>
          <a:xfrm>
            <a:off x="552450" y="2019300"/>
            <a:ext cx="16139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2"/>
          <p:cNvSpPr/>
          <p:nvPr/>
        </p:nvSpPr>
        <p:spPr>
          <a:xfrm>
            <a:off x="2261616" y="1943100"/>
            <a:ext cx="3044952" cy="4572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2"/>
          <p:cNvSpPr/>
          <p:nvPr/>
        </p:nvSpPr>
        <p:spPr>
          <a:xfrm>
            <a:off x="2356866" y="2019300"/>
            <a:ext cx="285445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registramos na Entrega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5306568" y="1943100"/>
            <a:ext cx="3157728" cy="4572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2"/>
          <p:cNvSpPr/>
          <p:nvPr/>
        </p:nvSpPr>
        <p:spPr>
          <a:xfrm>
            <a:off x="5401818" y="2019300"/>
            <a:ext cx="29672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emergiu na 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2"/>
          <p:cNvSpPr/>
          <p:nvPr/>
        </p:nvSpPr>
        <p:spPr>
          <a:xfrm>
            <a:off x="8464296" y="1943100"/>
            <a:ext cx="3270504" cy="4572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2"/>
          <p:cNvSpPr/>
          <p:nvPr/>
        </p:nvSpPr>
        <p:spPr>
          <a:xfrm>
            <a:off x="8559546" y="2019300"/>
            <a:ext cx="308000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Decisão e justificativa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2"/>
          <p:cNvSpPr/>
          <p:nvPr/>
        </p:nvSpPr>
        <p:spPr>
          <a:xfrm>
            <a:off x="457200" y="2400300"/>
            <a:ext cx="1804416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2"/>
          <p:cNvSpPr/>
          <p:nvPr/>
        </p:nvSpPr>
        <p:spPr>
          <a:xfrm>
            <a:off x="552450" y="2476500"/>
            <a:ext cx="161391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Público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2261616" y="2400300"/>
            <a:ext cx="3044952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2356866" y="2476500"/>
            <a:ext cx="285445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5306568" y="2400300"/>
            <a:ext cx="3157728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5401818" y="2476500"/>
            <a:ext cx="296722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 padrões/evidências.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8464296" y="2400300"/>
            <a:ext cx="327050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8559546" y="2476500"/>
            <a:ext cx="308000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Manter, ampliar, restringir ou alterar?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457200" y="3105150"/>
            <a:ext cx="1804416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552450" y="3181350"/>
            <a:ext cx="161391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Necessidade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2261616" y="3105150"/>
            <a:ext cx="3044952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2356866" y="3181350"/>
            <a:ext cx="285445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5306568" y="3105150"/>
            <a:ext cx="3157728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5401818" y="3181350"/>
            <a:ext cx="296722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 padrões/evidências.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8464296" y="3105150"/>
            <a:ext cx="327050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8559546" y="3181350"/>
            <a:ext cx="308000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Manter ou alterar? Por quê?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457200" y="3810000"/>
            <a:ext cx="1804416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552450" y="3886200"/>
            <a:ext cx="161391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Dificuldade central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2261616" y="3810000"/>
            <a:ext cx="3044952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2356866" y="3886200"/>
            <a:ext cx="285445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5306568" y="3810000"/>
            <a:ext cx="3157728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5401818" y="3886200"/>
            <a:ext cx="296722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 padrões/evidências.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8464296" y="3810000"/>
            <a:ext cx="327050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8559546" y="3886200"/>
            <a:ext cx="308000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Manter ou alterar? Por quê?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457200" y="4514850"/>
            <a:ext cx="1804416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552450" y="4591050"/>
            <a:ext cx="161391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Alternativas atuais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2261616" y="4514850"/>
            <a:ext cx="3044952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2356866" y="4591050"/>
            <a:ext cx="285445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5306568" y="4514850"/>
            <a:ext cx="3157728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5401818" y="4591050"/>
            <a:ext cx="296722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 padrões/evidências.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8464296" y="4514850"/>
            <a:ext cx="327050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8559546" y="4591050"/>
            <a:ext cx="308000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implicação têm para a proposta?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457200" y="5219700"/>
            <a:ext cx="1804416" cy="7239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552450" y="5295900"/>
            <a:ext cx="1613916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Consequências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2261616" y="5219700"/>
            <a:ext cx="3044952" cy="7239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2356866" y="5295900"/>
            <a:ext cx="285445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5306568" y="5219700"/>
            <a:ext cx="3157728" cy="7239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5401818" y="5295900"/>
            <a:ext cx="2967228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 padrões/evidências.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8464296" y="5219700"/>
            <a:ext cx="3270504" cy="7239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8559546" y="5295900"/>
            <a:ext cx="3080004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precisa ser revisto?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685800" y="609600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Citem apenas códigos de entrevistas ou padrões agregados; não reproduzam detalhes que permitam identificar participantes.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3 · DEFINIÇÃO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Reescrevam a declaração do problema com base nos achados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nova declaração deve ser específica, sustentada pelos registros de empatia e aberta a diferentes respostas de projeto.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685800" y="1924050"/>
            <a:ext cx="10820400" cy="781050"/>
          </a:xfrm>
          <a:prstGeom prst="roundRect">
            <a:avLst>
              <a:gd name="adj" fmla="val 14634"/>
            </a:avLst>
          </a:prstGeom>
          <a:solidFill>
            <a:srgbClr val="EAF2FD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952500" y="215265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pt-BR" sz="16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[Público] precisa de uma forma de [necessidade] porque [dificuldade, motivo ou insight identificado].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685800" y="300990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Público refinado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685800" y="3248025"/>
            <a:ext cx="3333750" cy="666750"/>
          </a:xfrm>
          <a:prstGeom prst="roundRect">
            <a:avLst>
              <a:gd name="adj" fmla="val 11429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800100" y="333375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Quem precisa?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4429125" y="300990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Necessidade priorizada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4429125" y="3248025"/>
            <a:ext cx="3333750" cy="666750"/>
          </a:xfrm>
          <a:prstGeom prst="roundRect">
            <a:avLst>
              <a:gd name="adj" fmla="val 11429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4543425" y="333375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Do que precisa?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8172450" y="300990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Motivo ou insight sustentado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8172450" y="3248025"/>
            <a:ext cx="3333750" cy="666750"/>
          </a:xfrm>
          <a:prstGeom prst="roundRect">
            <a:avLst>
              <a:gd name="adj" fmla="val 11429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8286750" y="333375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Por que essa necessidade existe?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685800" y="4267200"/>
            <a:ext cx="10820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Declaração refinada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685800" y="4505325"/>
            <a:ext cx="108204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800100" y="4591050"/>
            <a:ext cx="105918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Escreva a declaração completa.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685800" y="5581650"/>
            <a:ext cx="10820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Evidências que sustentam a mudança ou manutenção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685800" y="58197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800100" y="5905500"/>
            <a:ext cx="10591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Indique padrões e códigos de entrevistas utilizados.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3 · DEFINIÇÃO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Convertam o problema refinado em direção para a ideação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pergunta orientadora abre possibilidades; os critérios de projeto ajudam a reconhecer ideias coerentes sem prescrever a solução.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685800" y="1924050"/>
            <a:ext cx="10820400" cy="647700"/>
          </a:xfrm>
          <a:prstGeom prst="roundRect">
            <a:avLst>
              <a:gd name="adj" fmla="val 14706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952500" y="2114550"/>
            <a:ext cx="10287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Como poderíamos ajudar [público] a [resultado desejado] diante de [dificuldade ou contexto]?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685800" y="2857500"/>
            <a:ext cx="10820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Pergunta orientadora refinada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685800" y="3095625"/>
            <a:ext cx="10820400" cy="609600"/>
          </a:xfrm>
          <a:prstGeom prst="roundRect">
            <a:avLst>
              <a:gd name="adj" fmla="val 12500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800100" y="3181350"/>
            <a:ext cx="1059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Como poderíamos ajudar... 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685800" y="401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Critérios derivados dos achados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685800" y="438150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 solução deve...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685800" y="4619625"/>
            <a:ext cx="3333750" cy="990600"/>
          </a:xfrm>
          <a:prstGeom prst="roundRect">
            <a:avLst>
              <a:gd name="adj" fmla="val 769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800100" y="4705350"/>
            <a:ext cx="31051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Critério indispensável relacionado à necessidade prioritária.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4429125" y="438150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 solução deveria...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4429125" y="4619625"/>
            <a:ext cx="3333750" cy="990600"/>
          </a:xfrm>
          <a:prstGeom prst="roundRect">
            <a:avLst>
              <a:gd name="adj" fmla="val 769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4543425" y="4705350"/>
            <a:ext cx="31051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Critério desejável relacionado ao contexto ou comportamento.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8172450" y="438150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 solução deve evitar...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8172450" y="4619625"/>
            <a:ext cx="3333750" cy="990600"/>
          </a:xfrm>
          <a:prstGeom prst="roundRect">
            <a:avLst>
              <a:gd name="adj" fmla="val 7692"/>
            </a:avLst>
          </a:prstGeom>
          <a:solidFill>
            <a:srgbClr val="FFF4DE"/>
          </a:solidFill>
          <a:ln w="11425" cap="flat" cmpd="sng">
            <a:solidFill>
              <a:srgbClr val="D9770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8286750" y="4705350"/>
            <a:ext cx="31051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Risco, barreira, exclusão ou problema revelado na empatia.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3 · REVISÃO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Confiram se a definição está sustentada pelas evidências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síntese deve tornar explícito o que foi mantido, o que mudou e por que a equipe tomou essa decisão.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685800" y="20193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752475" y="20574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1162050" y="20288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persona representa padrões e não identifica uma pessoa real.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685800" y="26098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752475" y="26479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1162050" y="261937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As características da persona orientam decisões do projeto.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685800" y="32004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752475" y="32385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1162050" y="32099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comparação entre hipótese e achados está preenchida.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685800" y="37909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752475" y="38290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1162050" y="380047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declaração refinada é sustentada por evidências anônimas.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685800" y="43815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752475" y="44196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1162050" y="43910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pergunta orientadora e os critérios não antecipam uma solução.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7429500" y="2095500"/>
            <a:ext cx="4076700" cy="2381250"/>
          </a:xfrm>
          <a:prstGeom prst="roundRect">
            <a:avLst>
              <a:gd name="adj" fmla="val 4800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7429500" y="2095500"/>
            <a:ext cx="66675" cy="2381250"/>
          </a:xfrm>
          <a:prstGeom prst="roundRect">
            <a:avLst>
              <a:gd name="adj" fmla="val 50000"/>
            </a:avLst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7696200" y="2305050"/>
            <a:ext cx="3581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Produto esperado no 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7696200" y="2724150"/>
            <a:ext cx="3581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persona baseada em evidências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confronto hipótese × achados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declaração refinada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pergunta orientadora e critérios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slide de participação e 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7429500" y="4857750"/>
            <a:ext cx="40767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Nome sugerido do arquivo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7429500" y="5095875"/>
            <a:ext cx="40767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7543800" y="5181600"/>
            <a:ext cx="3848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Entrega_3_[Nome_da_Equipe].pdf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7524750" y="5962650"/>
            <a:ext cx="3886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Anexar um único PDF por equipe no e-Disciplinas.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3 · REGISTRO FINAL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685800" y="552450"/>
            <a:ext cx="106680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Participação da equipe e transparência sobre uso de 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685800" y="1200150"/>
            <a:ext cx="10820400" cy="1920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Incluam apenas os integrantes que efetivamente participaram desta entrega e descrevam a contribuição realizada.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628650" y="6534150"/>
            <a:ext cx="5143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5905500" y="6534150"/>
            <a:ext cx="4286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11049000" y="6515100"/>
            <a:ext cx="523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685800" y="1809750"/>
            <a:ext cx="2975700" cy="3621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781050" y="1885950"/>
            <a:ext cx="278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Nome do integrante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3661410" y="1809750"/>
            <a:ext cx="1487700" cy="3621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3756660" y="1885950"/>
            <a:ext cx="129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NUSP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5149215" y="1809750"/>
            <a:ext cx="6357000" cy="3621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5244465" y="1885950"/>
            <a:ext cx="616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contribuiu para esta atividade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685800" y="2171700"/>
            <a:ext cx="2975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781050" y="2247900"/>
            <a:ext cx="2785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3661410" y="2171700"/>
            <a:ext cx="1487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3756660" y="2247900"/>
            <a:ext cx="129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5149215" y="2171700"/>
            <a:ext cx="63570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5244465" y="2247900"/>
            <a:ext cx="6166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685800" y="2495550"/>
            <a:ext cx="2975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781050" y="2571750"/>
            <a:ext cx="2785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3661410" y="2495550"/>
            <a:ext cx="1487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3756660" y="2571750"/>
            <a:ext cx="129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149215" y="2495550"/>
            <a:ext cx="63570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5244465" y="2571750"/>
            <a:ext cx="6166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685800" y="2819400"/>
            <a:ext cx="2975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781050" y="2895600"/>
            <a:ext cx="2785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3661410" y="2819400"/>
            <a:ext cx="1487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3756660" y="2895600"/>
            <a:ext cx="129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5149215" y="2819400"/>
            <a:ext cx="63570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5244465" y="2895600"/>
            <a:ext cx="6166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685800" y="3143250"/>
            <a:ext cx="2975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781050" y="3219450"/>
            <a:ext cx="2785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3661410" y="3143250"/>
            <a:ext cx="1487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3756660" y="3219450"/>
            <a:ext cx="129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5149215" y="3143250"/>
            <a:ext cx="63570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5244465" y="3219450"/>
            <a:ext cx="6166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685800" y="3467100"/>
            <a:ext cx="2975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781050" y="3543300"/>
            <a:ext cx="2785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3661410" y="3467100"/>
            <a:ext cx="1487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3756660" y="3543300"/>
            <a:ext cx="129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149215" y="3467100"/>
            <a:ext cx="63570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5244465" y="3543300"/>
            <a:ext cx="6166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685800" y="3790950"/>
            <a:ext cx="2975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781050" y="3867150"/>
            <a:ext cx="2785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3661410" y="3790950"/>
            <a:ext cx="1487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3756660" y="3867150"/>
            <a:ext cx="129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5149215" y="3790950"/>
            <a:ext cx="63570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5244465" y="3867150"/>
            <a:ext cx="6166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685800" y="4114800"/>
            <a:ext cx="2975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781050" y="4191000"/>
            <a:ext cx="2785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3661410" y="4114800"/>
            <a:ext cx="14877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3756660" y="4191000"/>
            <a:ext cx="129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5149215" y="4114800"/>
            <a:ext cx="6357000" cy="3240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5244465" y="4191000"/>
            <a:ext cx="6166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685800" y="4610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Marque apenas uma opção: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685800" y="4895850"/>
            <a:ext cx="5286300" cy="1352700"/>
          </a:xfrm>
          <a:prstGeom prst="roundRect">
            <a:avLst>
              <a:gd name="adj" fmla="val 7042"/>
            </a:avLst>
          </a:prstGeom>
          <a:solidFill>
            <a:srgbClr val="EAF2FD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857250" y="5057775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pt-BR" sz="165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1257300" y="5000625"/>
            <a:ext cx="45243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Este trabalho incorpora o uso de IA generativa (por exemplo, ChatGPT) para auxiliar em [especificar uso: brainstorming, revisão gramatical, melhoria de clareza, etc.]. O conteúdo final foi revisado criticamente, editado e reflete minha própria compreensão e análise.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6219825" y="4895850"/>
            <a:ext cx="5286300" cy="1352700"/>
          </a:xfrm>
          <a:prstGeom prst="roundRect">
            <a:avLst>
              <a:gd name="adj" fmla="val 7042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6391275" y="5057775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pt-BR" sz="165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6791325" y="5000625"/>
            <a:ext cx="45243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Declaro que este trabalho foi desenvolvido inteiramente sem o uso de ferramentas de IA generativa para redação, revisão ou qualquer outra etapa do processo.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1091</Words>
  <Application>Microsoft Macintosh PowerPoint</Application>
  <PresentationFormat>Widescreen</PresentationFormat>
  <Paragraphs>184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Walnut Exporter</dc:creator>
  <cp:lastModifiedBy>Marcelo Vieira</cp:lastModifiedBy>
  <cp:revision>1</cp:revision>
  <dcterms:created xsi:type="dcterms:W3CDTF">2026-08-27T18:47:51Z</dcterms:created>
  <dcterms:modified xsi:type="dcterms:W3CDTF">2026-10-02T23:56:09Z</dcterms:modified>
</cp:coreProperties>
</file>